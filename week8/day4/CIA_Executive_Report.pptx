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CIA Data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CSV Analysis and Executive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dataset contains 100,000 records and 12 columns.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Sales_INR is 457,117,635.60.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Electronics is the highest-selling category with 195,527,550 in Sales_INR.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Mumbai is the highest-performing city with 48,138,252 in Sales_INR.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Average Profit_INR is 1,204.62.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 &amp;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analysis provides an overview of the dataset and its available business performance measures. The dataset contains 100,000 records and 12 columns. Total Sales_INR is 457,117,635.60. Electronics is the highest-selling category with 195,527,550 in Sales_INR. Mumbai is the highest-performing city with 48,138,252 in Sales_INR. Average Profit_INR is 1,204.62. Recommendation: validate data quality, investigate the strongest-performing categories and locations where available, and use these findings to guide further business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