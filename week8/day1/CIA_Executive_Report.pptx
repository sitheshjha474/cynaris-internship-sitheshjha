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CIA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100,000 records and 12 columns.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are 457,117,635.60.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is the highest-selling category with sales of 195,527,550.00.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Mumbai is the highest-performing city with sales of 48,138,252.00.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profit is 1,204.62.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**Executive Summary**</a:t>
            </a:r>
          </a:p>
          <a:p/>
          <a:p>
            <a:r>
              <a:t>This analysis of a comprehensive dataset comprising 100,000 records and 12 columns reveals significant revenue and sales performance trends. Total sales across the business reach a substantial $457.12 million, underpinned by robust sales activity. Notably, the Electronics category represents the highest revenue stream, contributing $195.53 million, accounting for 42.7% of total sales. Geographically, Mumbai demonstrates superior performance, generating $48.14 million in sales – representing the highest sales volume amongst all cities. The average profit margin across all transactions is $1,204.62. While overall sales demonstrate strength, deeper investigation into specific product and geographic performance is recommended. We recommend a strategic review of marketing and sales initiatives within the Electronics category and a focused analysis of Mumbai’s success factors to inform expansion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